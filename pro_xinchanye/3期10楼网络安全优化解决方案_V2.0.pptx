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3期10楼仪器研发网络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安全优化解决方案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PBR策略路由引流 · 防火墙策略隔离 · 终端安全纵深防护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1828800" cy="91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售前解决方案  |  2026-06  |  V2.0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  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14813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项目背景与需求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7373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现状挑战 · 需求目标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88720" y="1993392"/>
            <a:ext cx="7132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299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204825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现有网络架构分析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30428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拓扑结构 · 问题诊断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88720" y="2560320"/>
            <a:ext cx="7132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9689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88720" y="26151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方案对比与选择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87121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PBR引流方案 · 可行性分析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188720" y="3127248"/>
            <a:ext cx="7132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6382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88720" y="31821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网络改造详细设计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43814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VLAN规划 · PBR策略 · 防火墙策略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188720" y="3694176"/>
            <a:ext cx="7132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7307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88720" y="3749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终端安全整合优化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400507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360杀毒 · Ip_guard DLP · 三层联防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188720" y="4261104"/>
            <a:ext cx="7132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297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188720" y="4315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实施计划与风险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457200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6阶段实施 · 风险应对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项目背景与需求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客户现状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3期10楼为仪器研发组专用区域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含超融合集群、AI应用开发、38+业务系统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全网互通（2/3/4期光纤互联），安全边界模糊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4期山石防火墙负载低，性能可复用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393192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25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核心需求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10楼研发网络安全隔离，缩小攻击面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精细化双向访问控制（研发↔2期/外部）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不新增防火墙硬件，复用现有设备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保障PLM/MES/打印机等业务不受影响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零硬件成本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6118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复用4期低负载山石防火墙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06040" y="315468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零物理施工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36118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纯网络配置变更，不动机柜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315468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业务零中断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6118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PBR Fail-Open自动回退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03720" y="315468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04088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纵深防护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40880" y="36118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网络+终端+DLP三层联防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现有网络架构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0" y="1097280"/>
            <a:ext cx="1828800" cy="3657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/ 专线 / ADSL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926080" y="1737360"/>
            <a:ext cx="3291840" cy="1554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3017520" y="18288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2期机房（核心）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山石防火墙 | 行为管理 | AD/DNS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360天擎 | 安全网关 | 态势感知(计划)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572000" y="1463040"/>
            <a:ext cx="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3657600"/>
            <a:ext cx="4114800" cy="12801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730752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3期汇聚层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核心交换机 | WAF | Ip_guard服务端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VLAN配置 | 策略路由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754880" y="3657600"/>
            <a:ext cx="4114800" cy="12801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3730752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4期（低负载）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核心交换机 | ★山石防火墙(2期替换)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策略路由未配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74320" y="4206240"/>
            <a:ext cx="4114800" cy="640080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42062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10楼接入层 · 研发PC(360+Ip_guard) · 超融合 · 物理服务器(PLM/MES/监控等)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108960" y="3291840"/>
            <a:ext cx="0" cy="36576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3291840"/>
            <a:ext cx="0" cy="36576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340156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光纤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5669280" y="340156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光纤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4754880" y="1097280"/>
            <a:ext cx="3931920" cy="22860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1188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关键设备清单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1554480"/>
            <a:ext cx="457200" cy="228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15544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2期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486400" y="15544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山石防火墙(新) 深信服行为管理 态势感知(计划)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937760" y="1965960"/>
            <a:ext cx="457200" cy="2286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1965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3期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486400" y="19659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WAF Ip_guard服务端 华为核心交换机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937760" y="2377440"/>
            <a:ext cx="45720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3774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4期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486400" y="23774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山石防火墙(2期替换退役) 华为核心交换机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937760" y="2788920"/>
            <a:ext cx="457200" cy="228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27889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终端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486400" y="2788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360杀毒(全区域) Ip_guard客户端(研发PC)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现状问题诊断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1554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0604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安全边界模糊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研发网与生产网全网互通，一旦被攻击可横向扩散至全区域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06040" cy="1554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88720"/>
            <a:ext cx="26060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8620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访问控制粗放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18745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仅依赖VLAN做基本隔离，缺乏IP/端口/协议精细化策略控制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06040" cy="1554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88720"/>
            <a:ext cx="260604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2084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数据泄露隐患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18745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仪器研发知识产权与生产/办公混网，合规风险大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2606040" cy="1554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17520"/>
            <a:ext cx="26060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200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5156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设备复用不足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7033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4期山石防火墙性能利用率低，未能发挥策略控制价值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91840" y="3017520"/>
            <a:ext cx="2606040" cy="1554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017520"/>
            <a:ext cx="26060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3200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88620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360杀毒未深度利用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29000" y="37033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仅用基础查杀，EDR/漏洞管理/资产清点等高阶能力未启用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26480" y="3017520"/>
            <a:ext cx="2606040" cy="1554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3017520"/>
            <a:ext cx="260604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3200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72084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Ip_guard策略粗放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63640" y="37033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DLP策略未针对研发场景（源码防泄漏/AI模型保护）精细化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方案对比与选择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4663440" y="1325880"/>
            <a:ext cx="594360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0" y="13258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推荐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方案一：PBR策略路由引流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技术可行性 ★★★★★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核心思路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4期防火墙物理位置不动，3期华为汇聚交换机配置PBR，将10楼VLAN流量下一跳指向4期防火墙做策略检查后回注正常路径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核心优势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零硬件成本 · 零物理施工 · PBR回退&lt;5分钟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3期↔4期光纤直连，额外延迟≤1ms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不影响4期现有业务，远期可改PBR收回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88720"/>
            <a:ext cx="393192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8961120" y="1325880"/>
            <a:ext cx="59436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3258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不采纳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方案二：新增防火墙 + 独立ADSL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技术可行性 ★★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210312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客户反馈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成本高：新购防火墙 + ADSL月租 + 施工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技术不可行：独立ADSL后10楼脱离现有网络，但20+套业务系统（PLM/MES等）部署在10楼供全区域使用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远期可重新评估（当服务器迁出10楼后）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PBR策略路由引流 — 核心理念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"流量走过去做策略，设备不挪窝"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改造前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3716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916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10楼研发PC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194560" y="1691640"/>
            <a:ext cx="13716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16916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3期汇聚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交换机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566160" y="169164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31920" y="1691640"/>
            <a:ext cx="13716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3931920" y="16916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光纤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303520" y="169164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69280" y="1691640"/>
            <a:ext cx="13716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0" y="16916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2期核心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040880" y="169164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06640" y="1691640"/>
            <a:ext cx="13716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7406640" y="16916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2期系统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24231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直通，无策略检查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2788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改造后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108960"/>
            <a:ext cx="137160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1089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10楼研发PC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828800" y="310896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194560" y="3108960"/>
            <a:ext cx="137160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2194560" y="31089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3期汇聚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PBR下一跳→4期FW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566160" y="310896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931920" y="3108960"/>
            <a:ext cx="1371600" cy="777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9" name="Text 27"/>
          <p:cNvSpPr/>
          <p:nvPr/>
        </p:nvSpPr>
        <p:spPr>
          <a:xfrm>
            <a:off x="3931920" y="31089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4期山石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防火墙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策略检查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303520" y="310896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669280" y="3108960"/>
            <a:ext cx="1371600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5669280" y="31089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策略放行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→回程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040880" y="310896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406640" y="3108960"/>
            <a:ext cx="137160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Text 33"/>
          <p:cNvSpPr/>
          <p:nvPr/>
        </p:nvSpPr>
        <p:spPr>
          <a:xfrm>
            <a:off x="7406640" y="31089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2期系统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39776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PBR牵引 → 策略检查 → 放行回注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31520" y="4251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731520" y="4663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硬件成本（元）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834640" y="4251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2834640" y="4663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物理施工（天）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937760" y="4251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&lt;5min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4937760" y="4663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故障回退时间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040880" y="4251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≤1ms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7040880" y="4663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额外延迟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VLAN规划 &amp; 网络改造架构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463040"/>
                <a:gridCol w="1828800"/>
                <a:gridCol w="914400"/>
                <a:gridCol w="3200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VLAN ID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网段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用途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安全级别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说明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100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10.0.100.0/24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研发PC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高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PBR→4期防火墙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110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10.0.110.0/24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超融合集群(内部)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高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仅研发访问；PBR→防火墙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120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10.0.120.0/24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物理服务器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中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PLM/MES/打印机；对外端口开放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200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10.0.200.0/24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管理网段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最高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仅IT运维；PBR→防火墙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300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10.0.10.0/24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3期其他楼层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低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已有；ACL隔离10楼VLAN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流量路径设计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3383280"/>
            <a:ext cx="64008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3832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出站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234440" y="338328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10楼PC → 3期汇聚[PBR] → 4期FW[策略] → 2期/Internet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3886200"/>
            <a:ext cx="640080" cy="320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38862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入站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234440" y="388620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外部 → 3期汇聚[PBR] → 4期FW[策略] → VLAN 120服务器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4389120"/>
            <a:ext cx="64008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43891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234440" y="438912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100 ↔ VLAN 120（PBR排除，同楼直达）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PBR策略路由方案 — 核心机制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23774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PBR配置逻辑（华为交换机）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出站引流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ACL 3010: permit ip 10.0.100.0/24 → 匹配VLAN 100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ACL 3010: permit ip 10.0.110.0/24 → 匹配VLAN 110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PBR node 10: if-match acl 3010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apply next-hop &lt;4期防火墙Trust IP&gt;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入站引流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ACL 3020: permit ip dest 10.0.120.0/24 → 匹配VLAN 120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PBR node 20: if-match acl 3020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apply next-hop &lt;4期防火墙Trust IP&gt;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931920" cy="23774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PBR排除项（不引向防火墙）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1554480"/>
            <a:ext cx="35661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554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VLAN间互访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92240" y="1554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研发PC↔服务器同楼直达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29200" y="1965960"/>
            <a:ext cx="35661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965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备份流量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92240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TB级大流量，防火墙无法承载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29200" y="2377440"/>
            <a:ext cx="35661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2377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Ip_guard通信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92240" y="2377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同楼管控，无需出楼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0" y="2788920"/>
            <a:ext cx="35661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2788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超融合东西向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92240" y="2788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110内部L2通信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分层控制架构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114800"/>
            <a:ext cx="2651760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114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第一层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4389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3期华为汇聚交换机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6634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ACL粗粒度隔离 + PBR流量牵引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108960" y="411480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PBR→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37560" y="4114800"/>
            <a:ext cx="265176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3337560" y="4114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第二层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37560" y="4389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4期山石防火墙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37560" y="46634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L3/L4 ACL + IPS/AV + 会话日志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989320" y="411480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PBR→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4114800"/>
            <a:ext cx="265176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4114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第三层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17920" y="4389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2期山石防火墙(出口)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17920" y="46634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Internet出口策略（已有，不变）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防火墙安全策略设计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9144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策略总则：默认拒绝 + 白名单放行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→ Any : DENY（记录日志）  ·  逐条开放业务所需最小权限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1280160"/>
                <a:gridCol w="1371600"/>
                <a:gridCol w="1097280"/>
                <a:gridCol w="420624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源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目的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端口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说明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VLAN 100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2期DNS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UDP 53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DNS解析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VLAN 100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2期AD域控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88/389/636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域认证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VLAN 100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2期安全网关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业务端口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安全网关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VLAN 100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2期网络AC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443/8443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准入控制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VLAN 100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2期监控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80/443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监控平台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VLAN 100/110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VLAN 120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业务端口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PLM/MES（PBR排除）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外部区域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VLAN 120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业务端口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PLM/MES/打印机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VLAN 100/110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Internet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80/443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互联网访问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9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IT管理段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VLAN 200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SSH/RDP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运维管理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F4444"/>
                          </a:solidFill>
                        </a:rPr>
                        <a:t>10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F4444"/>
                          </a:solidFill>
                        </a:rPr>
                        <a:t>Any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F4444"/>
                          </a:solidFill>
                        </a:rPr>
                        <a:t>Any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F4444"/>
                          </a:solidFill>
                        </a:rPr>
                        <a:t>Any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F4444"/>
                          </a:solidFill>
                        </a:rPr>
                        <a:t>默认拒绝+日志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663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特殊流量处理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489204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备份流量: PBR排除，直通2期↔3期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754880" y="489204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360杀毒: 经PBR→4期FW放行（TCP 8443/80/443）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57200" y="489204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Ip_guard: 同楼本地直达（PBR排除），IT远程管理走PBR→FW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备份流量优化 &amp; 故障切换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8288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备份流量 — PBR排除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2期→3期10楼备份数据量TB级，经PBR→防火墙会拖垮性能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PBR ACL显式排除备份源/目的IP → 不命中PBR → 走正常路由直达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备份VLAN 999逻辑隔离，仅备份服务器间可达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18288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393192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PBR故障切换 — Track联动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机制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PBR关联NQA track检测4期防火墙可达性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故障时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track检测失败 → PBR node自动失效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流量回退正常路由表（Fail-Open）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10楼恢复未隔离状态，保证业务连续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触发告警通知IT运维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PBR上线顺序（逐网段渐进，风险可控）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192024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356616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6118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0080" y="3840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100(研发PC)试点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377440" y="356616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06040" y="3566160"/>
            <a:ext cx="192024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2606040" y="3566160"/>
            <a:ext cx="54864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2788920" y="36118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88920" y="3840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验证→加入VLAN 110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26280" y="356616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3566160"/>
            <a:ext cx="192024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3566160"/>
            <a:ext cx="54864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6118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37760" y="3840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验证→加入VLAN 120入站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75120" y="356616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903720" y="3566160"/>
            <a:ext cx="192024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Shape 27"/>
          <p:cNvSpPr/>
          <p:nvPr/>
        </p:nvSpPr>
        <p:spPr>
          <a:xfrm>
            <a:off x="6903720" y="356616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7086600" y="36118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086600" y="3840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全量PBR+防火墙Deny生效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回退方案：删除PBR配置即可恢复原状，回退时间 &lt; 5分钟  |  防火墙策略初期Log模式观察1-2周 → 确认无误后切换Deny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终端安全整合 — 三层联防体系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网络边界(PBR+防火墙) → 终端检测(360 EDR) → 数据防泄漏(Ip_guard DLP)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3566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265176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17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第一层：网络边界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4期山石防火墙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2103120"/>
            <a:ext cx="2377440" cy="3840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031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南北向访问控制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2606040"/>
            <a:ext cx="2377440" cy="3840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60604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入侵防御 IPS/AV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" y="3108960"/>
            <a:ext cx="2377440" cy="3840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1089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URL过滤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" y="3611880"/>
            <a:ext cx="2377440" cy="3840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1188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会话日志 → 态势感知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08960" y="2286000"/>
            <a:ext cx="228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337560" y="1280160"/>
            <a:ext cx="2651760" cy="3566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37560" y="1280160"/>
            <a:ext cx="265176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1417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第二层：终端检测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0" y="1737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360天擎 EDR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74720" y="2103120"/>
            <a:ext cx="2377440" cy="3840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3611880" y="21031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病毒/木马实时查杀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0" y="2606040"/>
            <a:ext cx="2377440" cy="3840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5" name="Text 23"/>
          <p:cNvSpPr/>
          <p:nvPr/>
        </p:nvSpPr>
        <p:spPr>
          <a:xfrm>
            <a:off x="3611880" y="260604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终端行为检测(EDR)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74720" y="3108960"/>
            <a:ext cx="2377440" cy="3840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3611880" y="31089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漏洞扫描与补丁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74720" y="3611880"/>
            <a:ext cx="2377440" cy="3840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9" name="Text 27"/>
          <p:cNvSpPr/>
          <p:nvPr/>
        </p:nvSpPr>
        <p:spPr>
          <a:xfrm>
            <a:off x="3611880" y="361188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资产清点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89320" y="2286000"/>
            <a:ext cx="228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217920" y="1280160"/>
            <a:ext cx="2651760" cy="3566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1280160"/>
            <a:ext cx="265176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1417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第三层：数据防泄漏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55080" y="1737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Ip_guard DLP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355080" y="2103120"/>
            <a:ext cx="2377440" cy="3840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6" name="Text 34"/>
          <p:cNvSpPr/>
          <p:nvPr/>
        </p:nvSpPr>
        <p:spPr>
          <a:xfrm>
            <a:off x="6492240" y="21031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文档透明加密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55080" y="2606040"/>
            <a:ext cx="2377440" cy="3840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8" name="Text 36"/>
          <p:cNvSpPr/>
          <p:nvPr/>
        </p:nvSpPr>
        <p:spPr>
          <a:xfrm>
            <a:off x="6492240" y="260604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外发通道管控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355080" y="3108960"/>
            <a:ext cx="2377440" cy="3840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0" name="Text 38"/>
          <p:cNvSpPr/>
          <p:nvPr/>
        </p:nvSpPr>
        <p:spPr>
          <a:xfrm>
            <a:off x="6492240" y="31089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USB外设管控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355080" y="3611880"/>
            <a:ext cx="2377440" cy="3840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2" name="Text 40"/>
          <p:cNvSpPr/>
          <p:nvPr/>
        </p:nvSpPr>
        <p:spPr>
          <a:xfrm>
            <a:off x="6492240" y="361188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屏幕水印+审计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360杀毒能力优化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8288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能力启用规划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35661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09728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</a:rPr>
                        <a:t>病毒查杀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</a:rPr>
                        <a:t>✅ 已启用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</a:rPr>
                        <a:t>研发场景定制排除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</a:rPr>
                        <a:t>实时防护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</a:rPr>
                        <a:t>✅ 已启用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</a:rPr>
                        <a:t>调优敏感度，减少误拦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</a:rPr>
                        <a:t>EDR检测响应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F59E0B"/>
                          </a:solidFill>
                        </a:rPr>
                        <a:t>❌ 未启用 → 建议启用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</a:rPr>
                        <a:t>持续监控异常行为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</a:rPr>
                        <a:t>漏洞管理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F59E0B"/>
                          </a:solidFill>
                        </a:rPr>
                        <a:t>❌ 未启用 → 建议启用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</a:rPr>
                        <a:t>工具链漏洞主动发现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</a:rPr>
                        <a:t>资产清点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F59E0B"/>
                          </a:solidFill>
                        </a:rPr>
                        <a:t>❌ 未启用 → 建议启用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</a:rPr>
                        <a:t>精确软硬件清单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</a:rPr>
                        <a:t>微隔离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F59E0B"/>
                          </a:solidFill>
                        </a:rPr>
                        <a:t>❌ 未启用 → 评估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</a:rPr>
                        <a:t>PC间横向移动防护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754880" y="1097280"/>
            <a:ext cx="3931920" cy="18288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097280"/>
            <a:ext cx="39319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4937760" y="1234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研发专属策略优化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937760" y="15544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编译目录白名单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build/ dist/ target/ __pycache__/ 等扫描排除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容器/虚拟化兼容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Docker镜像/虚拟机磁盘目录 IO优化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脚本语言防护增强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PowerShell/Python/Node.js执行监控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AI开发环境防护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pip/conda安装路径只读扫描 模型文件(.pth/.onnx)排除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57200" y="3154680"/>
            <a:ext cx="8229600" cy="16002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3154680"/>
            <a:ext cx="8229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EDR核心监控维度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" y="36118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异常进程行为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38404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提权操作监控 · 工具链进程注入检测 · Git/SVN异常外联（代码窃取特征）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383280" y="36118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横向移动检测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383280" y="38404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VLAN间非预期访问 · SMB/RDP/SSH异常连接 · 防火墙拦截+EDR上下文=完整攻击链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126480" y="36118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勒索软件防护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126480" y="38404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批量文件加密/重命名监控 · 超融合集群存储IO突变检测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640080" y="48463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360通信路径：研发PC → 3期汇聚[PBR] → 4期FW[放行TCP 8443/80/443] → 2期核心 → 360天擎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Ip_guard DLP能力优化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9202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41148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数据分类分级保护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502920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绝密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234440" y="16002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核心算法源码/专利设计图/AI模型权重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88920" y="16002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加密+禁止外发+禁USB+水印+全审计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40080" y="1920240"/>
            <a:ext cx="50292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92024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机密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234440" y="19202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仪器设计文档/固件代码/测试用例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788920" y="1920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加密+外发审批+USB只读+审计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40080" y="2240280"/>
            <a:ext cx="502920" cy="228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24028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234440" y="22402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开发规范/会议纪要/项目周报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788920" y="22402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外发审计+敏感词检测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640080" y="2560320"/>
            <a:ext cx="502920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5603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公开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234440" y="25603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技术白皮书/产品手册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788920" y="2560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无特殊限制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846320" y="1097280"/>
            <a:ext cx="3931920" cy="19202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1097280"/>
            <a:ext cx="393192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1234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DLP策略精细化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0" y="15544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文档加密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*.c/*.cpp/*.py/*.java/*.go/*.dwg/*.pth 透明加密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USB管控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默认禁用 → 审批临时开通；调试器/JTAG白名单放行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屏幕水印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研发PC强制水印（工号+时间戳），AD账号联动追溯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外发审批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低风险自动放行；高风险 → Leader+IT安全双签审批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3246120"/>
            <a:ext cx="822960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246120"/>
            <a:ext cx="8229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383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与网络隔离的协同设计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3703320"/>
            <a:ext cx="246888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3749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VLAN分层策略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1520" y="4023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研发PC(VLAN 100)全面DLP；服务器(VLAN 120)仅审计不加密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383280" y="3703320"/>
            <a:ext cx="246888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3474720" y="3749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PBR通信保障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474720" y="4023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Ip_guard同楼通信PBR排除直达；IT管理台跨区走PBR→FW放行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126480" y="3703320"/>
            <a:ext cx="246888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0" y="3749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远程场景协同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17920" y="4023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VPN/零信任接入自动收紧DLP(剪贴板/截屏/外发)；远期联动aTrust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实施计划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28600" cy="228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463040"/>
            <a:ext cx="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972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阶段一: 调研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3716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盘点IP/端口/访问关系；评估防火墙规格；梳理360和Ip_guard现状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675120" y="1143000"/>
            <a:ext cx="594360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11430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1周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675120" y="11430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1周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498080" y="1143000"/>
            <a:ext cx="59436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0" y="11430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风险:低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498080" y="11430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风险:低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1874520"/>
            <a:ext cx="228600" cy="2286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" y="2103120"/>
            <a:ext cx="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737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阶段二: 方案细化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01168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完善VLAN/PBR ACL/防火墙策略表；输出360和Ip_guard优化文档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675120" y="1783080"/>
            <a:ext cx="594360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17830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1周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675120" y="17830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1周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498080" y="1783080"/>
            <a:ext cx="594360" cy="2560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0" y="17830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风险:低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498080" y="17830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风险:低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2514600"/>
            <a:ext cx="22860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" y="2743200"/>
            <a:ext cx="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23774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阶段三: 测试验证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26517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PBR试点IP测试；验证业务可达性、360在线率、Ip_guard管控通信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675120" y="2423160"/>
            <a:ext cx="594360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242316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2-3天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675120" y="24231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2-3天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498080" y="2423160"/>
            <a:ext cx="59436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7498080" y="242316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风险:中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498080" y="24231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风险:中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" y="3154680"/>
            <a:ext cx="228600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5" name="Shape 33"/>
          <p:cNvSpPr/>
          <p:nvPr/>
        </p:nvSpPr>
        <p:spPr>
          <a:xfrm>
            <a:off x="566928" y="3383280"/>
            <a:ext cx="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3017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阶段四: 部署实施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14400" y="32918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PBR配置上线→防火墙策略导入→VLAN切割→逐网段启用；同步360/Ip_guard策略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675120" y="3063240"/>
            <a:ext cx="594360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9" name="Text 37"/>
          <p:cNvSpPr/>
          <p:nvPr/>
        </p:nvSpPr>
        <p:spPr>
          <a:xfrm>
            <a:off x="6675120" y="306324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1个窗口日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675120" y="30632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1个窗口日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498080" y="3063240"/>
            <a:ext cx="59436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0" y="306324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风险:高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498080" y="30632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风险:高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" y="3794760"/>
            <a:ext cx="22860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5" name="Shape 43"/>
          <p:cNvSpPr/>
          <p:nvPr/>
        </p:nvSpPr>
        <p:spPr>
          <a:xfrm>
            <a:off x="566928" y="4023360"/>
            <a:ext cx="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4400" y="3657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阶段五: 监控优化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14400" y="39319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PBR流量监控；策略日志审计；360 EDR调优；Ip_guard外发审批上线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675120" y="3703320"/>
            <a:ext cx="594360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9" name="Text 47"/>
          <p:cNvSpPr/>
          <p:nvPr/>
        </p:nvSpPr>
        <p:spPr>
          <a:xfrm>
            <a:off x="6675120" y="370332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2周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675120" y="3703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2周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498080" y="3703320"/>
            <a:ext cx="59436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2" name="Text 50"/>
          <p:cNvSpPr/>
          <p:nvPr/>
        </p:nvSpPr>
        <p:spPr>
          <a:xfrm>
            <a:off x="7498080" y="370332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风险:中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498080" y="3703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风险:中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57200" y="4434840"/>
            <a:ext cx="228600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5" name="Text 53"/>
          <p:cNvSpPr/>
          <p:nvPr/>
        </p:nvSpPr>
        <p:spPr>
          <a:xfrm>
            <a:off x="914400" y="42976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阶段六: 持续运营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914400" y="45720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EDR+SIEM联动；DLP全量加密；PBR策略定期审计；漏洞常态化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675120" y="4343400"/>
            <a:ext cx="594360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8" name="Text 56"/>
          <p:cNvSpPr/>
          <p:nvPr/>
        </p:nvSpPr>
        <p:spPr>
          <a:xfrm>
            <a:off x="6675120" y="43434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675120" y="43434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498080" y="4343400"/>
            <a:ext cx="594360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1" name="Text 59"/>
          <p:cNvSpPr/>
          <p:nvPr/>
        </p:nvSpPr>
        <p:spPr>
          <a:xfrm>
            <a:off x="7498080" y="43434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风险:低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498080" y="43434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风险:低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57200" y="48463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核心原则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2286000" y="484632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业务窗口期变更 · PBR逐网段上线 · 初期防火墙Log模式 · PBR回退&lt;5分钟 · 360在线率即时验证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风险评估与应对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40080"/>
                <a:gridCol w="640080"/>
                <a:gridCol w="48463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风险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概率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影响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应对措施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PBR下一跳不可达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低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F4444"/>
                          </a:solidFill>
                        </a:rPr>
                        <a:t>高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NQA track自动检测，故障时PBR失效Fallback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PBR配置错误/流量黑洞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</a:rPr>
                        <a:t>中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F4444"/>
                          </a:solidFill>
                        </a:rPr>
                        <a:t>高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逐网段上线；少量IP先验证；配置前备份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防火墙性能不足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</a:rPr>
                        <a:t>中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F4444"/>
                          </a:solidFill>
                        </a:rPr>
                        <a:t>高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实施前评估吞吐量；PBR排除备份大流量；逐网段监控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策略遗漏致业务中断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F4444"/>
                          </a:solidFill>
                        </a:rPr>
                        <a:t>高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F4444"/>
                          </a:solidFill>
                        </a:rPr>
                        <a:t>高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初期Log模式观察1-2周；逐条梳理访问关系表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外部用户无法访问10楼服务器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</a:rPr>
                        <a:t>中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</a:rPr>
                        <a:t>中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入站PBR策略+VLAN 120重点验证；初期宽松后收紧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360客户端经PBR后断连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</a:rPr>
                        <a:t>中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</a:rPr>
                        <a:t>中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第一时间验证在线率；保留云端直连备用通道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EDR误报阻断开发工具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F4444"/>
                          </a:solidFill>
                        </a:rPr>
                        <a:t>高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</a:rPr>
                        <a:t>中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初期仅告警不阻断；建立编译工具链白名单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交换机TCAM表项不足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低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</a:rPr>
                        <a:t>中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实施前检查TCAM使用率；PBR ACL精简设计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方案核心亮点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4300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143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PBR策略路由引流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44475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4期防火墙物理位置不动，3期华为汇聚PBR将10楼流量牵引至4期防火墙做策略检查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754880" y="117043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创新点：零物理施工，纯配置变更，回退&lt;5分钟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822960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874520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92024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80160" y="1920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分层纵深防护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22199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第一层ACL+PBR粗粒度隔离 → 第二层防火墙L3/L4精粒度控制+IPS/AV → 第三层2期出口防护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0" y="19476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架构亮点：三层递进，PBR为管道串联各层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822960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651760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69748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80160" y="2697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零硬件成本复用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299923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4期已启用但业务量小，山石防火墙性能利用率低；将空闲性能转化为10楼安全策略执行点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0" y="272491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经济性：不新增任何硬件，仅配置变更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57200" y="3429000"/>
            <a:ext cx="822960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429000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47472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280160" y="3474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终端安全纵深协同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80160" y="377647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360天擎EDR+Ip_guard DLP与网络层防护形成三层联防；同楼通信PBR排除，跨区通信经防火墙放行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0" y="350215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协同：网络-终端-DLP全链路覆盖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57200" y="4206240"/>
            <a:ext cx="822960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4206240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425196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280160" y="4251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智能故障切换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80160" y="455371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PBR关联NQA track检测防火墙可达性，故障时自动Fail-Open保证业务连续性，同时触发告警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0" y="427939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韧性：不因安全加固引入新的单点故障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下一步行动建议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1463040"/>
            <a:ext cx="45720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10312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方案评审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0" y="1463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组织IT运维/研发组/安全团队评审技术路线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00200" y="1920240"/>
            <a:ext cx="0" cy="18288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2103120"/>
            <a:ext cx="45720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03120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现场调研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0" y="2103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盘点IP/端口/访问关系/防火墙规格/交换机PBR能力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00200" y="2560320"/>
            <a:ext cx="0" cy="18288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2743200"/>
            <a:ext cx="45720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10312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方案细化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114800" y="27432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输出完整VLAN规划/PBR ACL/防火墙策略配置文档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00200" y="3200400"/>
            <a:ext cx="0" cy="18288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3383280"/>
            <a:ext cx="45720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103120" y="3383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测试验证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114800" y="3383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非业务窗口搭建PBR试点，逐网段验证业务可达性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600200" y="3840480"/>
            <a:ext cx="0" cy="18288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71600" y="4023360"/>
            <a:ext cx="45720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13716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103120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正式部署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114800" y="4023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窗口期上线PBR+防火墙策略+360/Ip_guard优化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371600" y="4754880"/>
            <a:ext cx="6400800" cy="91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1371600" y="48463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3期10楼仪器研发网络安全优化解决方案  |  V2.0  |  2026-06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3期10楼仪器研发网络安全优化解决方案</dc:title>
  <dc:subject>PptxGenJS Presentation</dc:subject>
  <dc:creator>售前解决方案</dc:creator>
  <cp:lastModifiedBy>售前解决方案</cp:lastModifiedBy>
  <cp:revision>1</cp:revision>
  <dcterms:created xsi:type="dcterms:W3CDTF">2026-06-18T10:17:37Z</dcterms:created>
  <dcterms:modified xsi:type="dcterms:W3CDTF">2026-06-18T10:17:37Z</dcterms:modified>
</cp:coreProperties>
</file>